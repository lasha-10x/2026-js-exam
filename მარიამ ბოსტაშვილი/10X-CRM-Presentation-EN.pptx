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 am Mariami. This is 10X CRM, a client management app I built with vanilla JavaScript. I will show what it does, the technologies, the design, and the hardest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is 10X CRM. Thank you — I am happy to take any questions or walk through any part of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554480" cy="1554480"/>
          </a:xfrm>
          <a:prstGeom prst="roundRect">
            <a:avLst>
              <a:gd name="adj" fmla="val 12941"/>
            </a:avLst>
          </a:prstGeom>
          <a:solidFill>
            <a:srgbClr val="17B3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CRM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685800" y="3886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relationship manager for sales teams — built with vanilla JavaScript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4709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JavaScript   ·   Fetch API   ·   localStorage   ·   Custom Glass 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Mariami Bostashvili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CRM helps a sales manager keep every client in one place — instead of a messy spreadsheet.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63500" dist="25400" dir="5400000">
              <a:srgbClr val="B8C2D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6148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7B3A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67004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 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and sign in securely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246888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63500" dist="25400" dir="5400000">
              <a:srgbClr val="B8C2D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76148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B6FE0"/>
          </a:solidFill>
          <a:ln/>
        </p:spPr>
      </p:sp>
      <p:sp>
        <p:nvSpPr>
          <p:cNvPr id="11" name="Text 9"/>
          <p:cNvSpPr/>
          <p:nvPr/>
        </p:nvSpPr>
        <p:spPr>
          <a:xfrm>
            <a:off x="6748272" y="267004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clients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73952" y="324612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search, filter, change status, take notes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63500" dist="25400" dir="5400000">
              <a:srgbClr val="B8C2D8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6817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7B3A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5902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pipeline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516636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Contacted → Won / Lost at a glance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99632" y="438912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63500" dist="25400" dir="5400000">
              <a:srgbClr val="B8C2D8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73952" y="46817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B6FE0"/>
          </a:solidFill>
          <a:ln/>
        </p:spPr>
      </p:sp>
      <p:sp>
        <p:nvSpPr>
          <p:cNvPr id="19" name="Text 17"/>
          <p:cNvSpPr/>
          <p:nvPr/>
        </p:nvSpPr>
        <p:spPr>
          <a:xfrm>
            <a:off x="6748272" y="45902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analytics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73952" y="516636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with real numbers from your data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technologies I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1628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91840" cy="71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60520" y="1636776"/>
            <a:ext cx="7315200" cy="643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styling — no framework, no build step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89632"/>
            <a:ext cx="11091672" cy="71628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89632"/>
            <a:ext cx="3291840" cy="71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60520" y="2426208"/>
            <a:ext cx="7315200" cy="643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logic; no React or jQuery (a project requirement)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79064"/>
            <a:ext cx="11091672" cy="71628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179064"/>
            <a:ext cx="3291840" cy="71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60520" y="3215640"/>
            <a:ext cx="7315200" cy="643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HTTP requests to the DummyJSON REST API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11091672" cy="71628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968496"/>
            <a:ext cx="3291840" cy="71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Storage API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60520" y="4005072"/>
            <a:ext cx="7315200" cy="643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keeps all data across reloads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757928"/>
            <a:ext cx="11091672" cy="71628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757928"/>
            <a:ext cx="3291840" cy="71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SheetJS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60520" y="4794504"/>
            <a:ext cx="7315200" cy="643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CSV import, loaded only when needed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547360"/>
            <a:ext cx="11091672" cy="71628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547360"/>
            <a:ext cx="3291840" cy="71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60520" y="5583936"/>
            <a:ext cx="7315200" cy="643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WebGL shader animates the glass background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pages, two access levels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1691640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— the entry point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784080" y="187452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7B3A0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0" y="18745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10916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32888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signup.html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2532888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account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784080" y="27157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7B3A0"/>
          </a:solidFill>
          <a:ln/>
        </p:spPr>
      </p:sp>
      <p:sp>
        <p:nvSpPr>
          <p:cNvPr id="13" name="Text 11"/>
          <p:cNvSpPr/>
          <p:nvPr/>
        </p:nvSpPr>
        <p:spPr>
          <a:xfrm>
            <a:off x="9784080" y="271576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110916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74136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dashboard.html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3374136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recent activity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784080" y="3557016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784080" y="355701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15384"/>
            <a:ext cx="110916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15384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clients.html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31920" y="4215384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database and CRUD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784080" y="4398264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784080" y="439826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056632"/>
            <a:ext cx="110916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056632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profile.html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31920" y="5056632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settings and data reset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9784080" y="5239512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9784080" y="52395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 Guard protects three pages: no session means an instant redirect to login.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920240" cy="1920240"/>
          </a:xfrm>
          <a:prstGeom prst="roundRect">
            <a:avLst>
              <a:gd name="adj" fmla="val 9524"/>
            </a:avLst>
          </a:prstGeom>
          <a:solidFill>
            <a:srgbClr val="17203F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0" y="64008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7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7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7889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 is built and the ideas that keep it predictable.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CRM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Cycle — State-Driven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follows the same chain. I never touch the DOM directly.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3291840" cy="1737360"/>
          </a:xfrm>
          <a:prstGeom prst="roundRect">
            <a:avLst>
              <a:gd name="adj" fmla="val 7368"/>
            </a:avLst>
          </a:prstGeom>
          <a:solidFill>
            <a:srgbClr val="17B3A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334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09067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clients array changes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29718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800600" y="2468880"/>
            <a:ext cx="3291840" cy="1737360"/>
          </a:xfrm>
          <a:prstGeom prst="roundRect">
            <a:avLst>
              <a:gd name="adj" fmla="val 7368"/>
            </a:avLst>
          </a:prstGeom>
          <a:solidFill>
            <a:srgbClr val="3B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26334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00600" y="309067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98348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to localStorage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92440" y="29718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778240" y="2468880"/>
            <a:ext cx="3291840" cy="173736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26334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778240" y="309067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96112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Redraw the screen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57200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FF3E0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70916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edited the DOM without updating state, the next render or reload would bring the old data back — the screen and the data would drift apart.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ideas the code is built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74166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91840" cy="8741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60520" y="1636776"/>
            <a:ext cx="7315200" cy="801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clients array is the one authority; the UI only reflects it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47518"/>
            <a:ext cx="11091672" cy="874166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47518"/>
            <a:ext cx="3291840" cy="8741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60520" y="2584094"/>
            <a:ext cx="7315200" cy="801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owns one job: storage / guard / data / ui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94837"/>
            <a:ext cx="11091672" cy="874166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494837"/>
            <a:ext cx="3291840" cy="8741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Configuration-Driven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60520" y="3531413"/>
            <a:ext cx="7315200" cy="801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Statuses and keys live in one constant — change once, everywhere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442155"/>
            <a:ext cx="11091672" cy="874166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442155"/>
            <a:ext cx="3291840" cy="8741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60520" y="4478731"/>
            <a:ext cx="7315200" cy="801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build a new array: [newClient, ...clients]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389474"/>
            <a:ext cx="11091672" cy="874166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389474"/>
            <a:ext cx="3291840" cy="8741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60520" y="5426050"/>
            <a:ext cx="7315200" cy="801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listener on the container handles every card, even new ones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shaped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models: User, Session, Client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from Date.now() — unique in milliseconds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stored lowercase to catch duplicates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 in ISO format — sortable and universal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stays minimal: no password inside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526280"/>
          </a:xfrm>
          <a:prstGeom prst="roundRect">
            <a:avLst>
              <a:gd name="adj" fmla="val 1616"/>
            </a:avLst>
          </a:prstGeom>
          <a:solidFill>
            <a:srgbClr val="121A38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localStorage models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   { id, fullName, email,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password, company, createdAt 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{ userId, email, loginAt 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{ id, apiId, name, email,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phone, company, status,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dealValue, notes[], createdAt }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DummyJSON — local-first loading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/users?limit=30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60520" y="1636776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visit loads 30 clients, then I cache them locally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84348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84348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/users/add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60520" y="2820924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client — the request runs, but the server does not store it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968496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68496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/users/{id}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60520" y="4005072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a local client returns 404; I still remove it from state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152644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52644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60520" y="5189220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localStorage has clients, I use them; the API is only the seed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are simulated — so real persistence is my job, and localStorage does it.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920240" cy="1920240"/>
          </a:xfrm>
          <a:prstGeom prst="roundRect">
            <a:avLst>
              <a:gd name="adj" fmla="val 9524"/>
            </a:avLst>
          </a:prstGeom>
          <a:solidFill>
            <a:srgbClr val="17203F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0" y="64008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7889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workflow: create, read, update, delete — with real async and error handling.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CRM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— full CRUD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— validate, POST, add to the top (unshift)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— one render function rebuilds the list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— change status inline, saved instantly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confirm, DELETE, filter out of state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ends with: save → render → toast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526280"/>
          </a:xfrm>
          <a:prstGeom prst="roundRect">
            <a:avLst>
              <a:gd name="adj" fmla="val 1616"/>
            </a:avLst>
          </a:prstGeom>
          <a:solidFill>
            <a:srgbClr val="121A38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addClient()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addClient(v)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errors = validateClient(v);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(hasErrors) return errors;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fetch(API+"/users/add", {POST});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clients = [newClient, ...clients];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persistClients(clients);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refreshClients();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showToast("Client added ✓");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done safely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returns a Promise; async/await reads cleanly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never freezes while waiting (non-blocking)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check response.ok — fetch does not throw on 404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wrapped in try / catch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failure: a clear message and a Retry button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526280"/>
          </a:xfrm>
          <a:prstGeom prst="roundRect">
            <a:avLst>
              <a:gd name="adj" fmla="val 1616"/>
            </a:avLst>
          </a:prstGeom>
          <a:solidFill>
            <a:srgbClr val="121A38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 / catch + Retry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loadClients();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refreshClients();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(error)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setClientsAreaMessage(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"Could not load clients.", true);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+ Search + Sort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combines all three, in order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filter, then search, then sort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on a copy — the source is never harmed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freely combinable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goes straight to render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526280"/>
          </a:xfrm>
          <a:prstGeom prst="roundRect">
            <a:avLst>
              <a:gd name="adj" fmla="val 1616"/>
            </a:avLst>
          </a:prstGeom>
          <a:solidFill>
            <a:srgbClr val="121A38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getVisibleClients()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getVisibleClients()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list = filterByStatus([...clients]);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(term) list = search(list, term);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list.sort(bySelectedMode);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numbers from real state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Clients — clients.length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Deals — not Won and not Lost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Revenue — filter + reduce (a real sum)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Week — created in the last 7 days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recomputed from state on every render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526280"/>
          </a:xfrm>
          <a:prstGeom prst="roundRect">
            <a:avLst>
              <a:gd name="adj" fmla="val 1616"/>
            </a:avLst>
          </a:prstGeom>
          <a:solidFill>
            <a:srgbClr val="121A38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 number is derived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= clients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.filter(c =&gt; c.status === "Won")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.reduce((sum, c) =&gt;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 + c.dealValue, 0);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Enumeration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60520" y="1636776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always says "Invalid email or password" — no hint which exists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84348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84348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protection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60520" y="2820924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text goes in with textContent, never innerHTML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968496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68496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(Salt + Hash)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60520" y="4005072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real product, passwords would be hashed on a server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152644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52644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trade-off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60520" y="5189220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here is only for a backend-free learning project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why storing plain-text passwords is unacceptable in a real product.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920240" cy="1920240"/>
          </a:xfrm>
          <a:prstGeom prst="roundRect">
            <a:avLst>
              <a:gd name="adj" fmla="val 9524"/>
            </a:avLst>
          </a:prstGeom>
          <a:solidFill>
            <a:srgbClr val="17203F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0" y="64008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7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CRAFT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7889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I designed, the choices behind it, and how I kept function first.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CRM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first, then delight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requirements come first. The visual layer sits on top — it never gets in the way of the data or the logic.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63500" dist="25400" dir="5400000">
              <a:srgbClr val="B8C2D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8036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6BF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7889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over decoration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19272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visual choice helps the user read the pipeline faster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26060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63500" dist="25400" dir="5400000">
              <a:srgbClr val="B8C2D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88036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6BF0"/>
          </a:solidFill>
          <a:ln/>
        </p:spPr>
      </p:sp>
      <p:sp>
        <p:nvSpPr>
          <p:cNvPr id="11" name="Text 9"/>
          <p:cNvSpPr/>
          <p:nvPr/>
        </p:nvSpPr>
        <p:spPr>
          <a:xfrm>
            <a:off x="6748272" y="27889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layer, not a rewrite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73952" y="3319272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glass style attaches by class names — logic stays untouched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07408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63500" dist="25400" dir="5400000">
              <a:srgbClr val="B8C2D8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6817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6BF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5902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language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status colour reads the same in badges, bars and lists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9632" y="4407408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63500" dist="25400" dir="5400000">
              <a:srgbClr val="B8C2D8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73952" y="46817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6BF0"/>
          </a:solidFill>
          <a:ln/>
        </p:spPr>
      </p:sp>
      <p:sp>
        <p:nvSpPr>
          <p:cNvPr id="19" name="Text 17"/>
          <p:cNvSpPr/>
          <p:nvPr/>
        </p:nvSpPr>
        <p:spPr>
          <a:xfrm>
            <a:off x="6748272" y="45902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not loud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73952" y="512064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is subtle and can be turned off completely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glass design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60520" y="1636776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Frosted, translucent surfaces via backdrop-filter blur (used 64×)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84348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84348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60520" y="2820924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design tokens drive colour, spacing and the light / dark theme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968496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68496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depth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60520" y="4005072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shadows and transparency create a sense of stacked panels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152644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52644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theme switch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60520" y="5189220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class on &lt;body&gt; flips the whole palette, saved in crm_theme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background — Three.js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full-screen WebGL plane sits behind the UI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GLSL shader animates soft light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a clock + requestAnimationFrame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adds depth without ever stealing attention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automatically for reduced-motion users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526280"/>
          </a:xfrm>
          <a:prstGeom prst="roundRect">
            <a:avLst>
              <a:gd name="adj" fmla="val 1616"/>
            </a:avLst>
          </a:prstGeom>
          <a:solidFill>
            <a:srgbClr val="121A38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6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glass-depth-bg.js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material =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THREE.ShaderMaterial({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uniforms, vertexShader,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fragmentShader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renderer.render(scene, camera);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requestAnimationFrame(loop);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Micro-interactions that guide the eye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reveal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60520" y="1636776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MutationObserver fades in each new card with a growing delay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84348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84348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tilt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60520" y="2820924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tilt toward the cursor — delegated, so it covers new cards too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968496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68496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frosted bar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60520" y="4005072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bar frosts once the content scrolls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152644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52644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GPU-friendly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60520" y="5189220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transform and opacity animate, so it stays smooth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"honest data" rule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principle I am proud of: the interface never shows a number it cannot prove.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40680" cy="3017520"/>
          </a:xfrm>
          <a:prstGeom prst="roundRect">
            <a:avLst>
              <a:gd name="adj" fmla="val 3636"/>
            </a:avLst>
          </a:prstGeom>
          <a:solidFill>
            <a:srgbClr val="FDECEC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Rejected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"▲ 12.4% vs last month"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"Quarterly quota $412k of $650k"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 message from Sarah Chen"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history, no target, no messages in the data — so I refused to fake them.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2514600"/>
            <a:ext cx="5440680" cy="3017520"/>
          </a:xfrm>
          <a:prstGeom prst="roundRect">
            <a:avLst>
              <a:gd name="adj" fmla="val 3636"/>
            </a:avLst>
          </a:prstGeom>
          <a:solidFill>
            <a:srgbClr val="E9F9F4"/>
          </a:solidFill>
          <a:ln w="12700">
            <a:solidFill>
              <a:srgbClr val="17B3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Kept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3952" y="32918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Clients — from the array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Revenue — a real sum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Week — from createdAt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73952" y="4800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computed from real state — defensible under any question.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by everyone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trap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60520" y="1636776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stays inside an open modal; focus returns to the trigger on close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84348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84348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60520" y="2820924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open with Enter / Space; Escape closes any modal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968496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68496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&amp; semantics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60520" y="4005072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aria-label, roles and real button / nav / article tags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152644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52644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motion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60520" y="5189220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animation is disabled when the user prefers less motion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920240" cy="1920240"/>
          </a:xfrm>
          <a:prstGeom prst="roundRect">
            <a:avLst>
              <a:gd name="adj" fmla="val 9524"/>
            </a:avLst>
          </a:prstGeom>
          <a:solidFill>
            <a:srgbClr val="17203F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0" y="64008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7889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&amp; lessons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balanced the work, the hardest problem, and what I learned.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CRM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WORKED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Priorities: what came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63500" dist="25400" dir="5400000">
              <a:srgbClr val="B8C2D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6FE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126480" y="201168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client CRUD, persistence — it has to work before it can look good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63500" dist="25400" dir="5400000">
              <a:srgbClr val="B8C2D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6118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6FE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344728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126480" y="342900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filters, notes, reminders, error handling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63500" dist="25400" dir="5400000">
              <a:srgbClr val="B8C2D8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029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8646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polish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126480" y="484632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glass layer, added on top without touching the logic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few features that work fully beat many that work halfway."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two IDs in sync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DummyJSON does not really store new clients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locally-added client has no server ID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it by that ID returns 404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gave each client a local id AND a separate apiId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uses apiId, and 404 still removes it locally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526280"/>
          </a:xfrm>
          <a:prstGeom prst="roundRect">
            <a:avLst>
              <a:gd name="adj" fmla="val 1616"/>
            </a:avLst>
          </a:prstGeom>
          <a:solidFill>
            <a:srgbClr val="121A38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id vs apiId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newClient =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createLocalClientId(), // local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apiId: createdClient.id,   // server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apiId = client.apiId ?? client.id;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fetch(API+"/users/"+apiId,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method: "DELETE" });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404? remove from state anyway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State-driven thinking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60520" y="1636776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 first, let the screen follow — bugs drop dramatically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84348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84348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with confidence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60520" y="2820924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fetch, async/await and try/catch as one reliable pattern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968496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68496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pays off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60520" y="4005072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visual layer sat on top without touching the logic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152644"/>
            <a:ext cx="11091672" cy="111099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52644"/>
            <a:ext cx="3291840" cy="111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not just build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60520" y="5189220"/>
            <a:ext cx="7315200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walk through any line of my code and say why it is there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will show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9679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6F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967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&amp; log 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0" y="1691640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session, redirect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5831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7C6BF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831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478024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0" y="2478024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clock and real stats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36956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695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264408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0" y="3264408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search, filter, change status, delete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050792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1559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7C6BF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559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4050792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&amp; notes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0" y="4050792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with dates and a 1-minute reminder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837176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9423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9423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63040" y="4837176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69280" y="4837176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change password, switch theme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5623560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72871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7C6BF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7287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463040" y="5623560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 &amp; back in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69280" y="5623560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still there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8580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CRM — a full CRM in vanilla JavaScript, with a design I care about.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420624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17203F"/>
          </a:solidFill>
          <a:ln w="12700">
            <a:solidFill>
              <a:srgbClr val="17B3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206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State-Driven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42032" y="420624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17203F"/>
          </a:solidFill>
          <a:ln w="12700">
            <a:solidFill>
              <a:srgbClr val="17B3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42032" y="4206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98264" y="420624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17203F"/>
          </a:solidFill>
          <a:ln w="12700">
            <a:solidFill>
              <a:srgbClr val="17B3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98264" y="4206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4496" y="420624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17203F"/>
          </a:solidFill>
          <a:ln w="12700">
            <a:solidFill>
              <a:srgbClr val="17B3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4206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UI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10728" y="420624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17203F"/>
          </a:solidFill>
          <a:ln w="12700">
            <a:solidFill>
              <a:srgbClr val="17B3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10728" y="4206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966960" y="420624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17203F"/>
          </a:solidFill>
          <a:ln w="12700">
            <a:solidFill>
              <a:srgbClr val="17B3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0" y="4206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5669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2026-07-24T23:31:29Z</dcterms:created>
  <dcterms:modified xsi:type="dcterms:W3CDTF">2026-07-24T23:31:29Z</dcterms:modified>
</cp:coreProperties>
</file>