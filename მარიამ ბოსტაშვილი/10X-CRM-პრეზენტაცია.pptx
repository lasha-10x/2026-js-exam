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მოკლე შესავალი: ვინ ხარ, რა არის 10X CRM და რას მოიცავს პრეზენტაცია.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554480" cy="1554480"/>
          </a:xfrm>
          <a:prstGeom prst="roundRect">
            <a:avLst>
              <a:gd name="adj" fmla="val 11765"/>
            </a:avLst>
          </a:prstGeom>
          <a:solidFill>
            <a:srgbClr val="12B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193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10X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10X CRM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85800" y="3931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კლიენტებთან ურთიერთობის მართვის სისტემა — პროექტის სრული წარდგენა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4709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JavaScript  ·  LocalStorage  ·  Fetch API  ·  DummyJSON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EB8D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მარიამ ბოსტაშვილი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ᲨᲘᲜᲐᲐᲠᲡᲘ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რას მიმოვიხილავთ დღეს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0652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2B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065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4708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პროექტის მიმოხილვა და არქიტექტურა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1945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რა არის, გვერდები, ოქროს ციკლი, პრინციპები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8833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575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6FE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575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II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79806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მონაცემთა მოდელი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314553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User / Session / Client და DummyJSON API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3931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0847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2B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084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III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7490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ფუნქციები ფაილ-ფაილ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09651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ყველა ფუნქცია — რას აკეთებს მარტივად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9028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75945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594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IV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70001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პროექტის გული — ტერმინები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04748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State, async/await, Event Delegation, უსაფრთხოება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541264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7104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2B39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7104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V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565099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ვალიდაცია და დემო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08760" y="599846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ზუსტი წესები და მომხმარებლის ფლოუ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920240" cy="1920240"/>
          </a:xfrm>
          <a:prstGeom prst="roundRect">
            <a:avLst>
              <a:gd name="adj" fmla="val 9524"/>
            </a:avLst>
          </a:prstGeom>
          <a:solidFill>
            <a:srgbClr val="182247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64008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ᲜᲐᲬᲘᲚᲘ ᲞᲘᲠᲕᲔᲚᲘ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პროექტის მიმოხილვა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 არქიტექტურა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8D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რას აკეთებს პროდუქტი, როგორ არის აგებული და რომელ პრინციპებს ეყრდნობა.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A0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10X CRM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ᲞᲠᲝᲔᲥᲢᲘᲡ ᲛᲘᲛᲝᲮᲘᲚᲕᲐ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რა არის 10X CRM?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10X CRM </a:t>
            </a:r>
            <a:pPr indent="0" marL="0">
              <a:buNone/>
            </a:pPr>
            <a:r>
              <a:rPr lang="en-US" sz="18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არის კლიენტებთან ურთიერთობის მართვის სისტემა გაყიდვების მენეჯერისთვის.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2B39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71576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რეგისტრაცია და შესვლა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მომხმარებელი ქმნის ანგარიშს და უსაფრთხოდ შედის სისტემაში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251460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78892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B6FE0"/>
          </a:solidFill>
          <a:ln/>
        </p:spPr>
      </p:sp>
      <p:sp>
        <p:nvSpPr>
          <p:cNvPr id="11" name="Text 9"/>
          <p:cNvSpPr/>
          <p:nvPr/>
        </p:nvSpPr>
        <p:spPr>
          <a:xfrm>
            <a:off x="6748272" y="271576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კლიენტების ბაზა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73952" y="329184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დამატება, ძებნა, ფილტრი, სტატუსები, შენიშვნები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70916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2B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6360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52120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სტატისტიკა, გაყიდვების ეტაპები, ბოლო აქტივობა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99632" y="443484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73952" y="470916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B6FE0"/>
          </a:solidFill>
          <a:ln/>
        </p:spPr>
      </p:sp>
      <p:sp>
        <p:nvSpPr>
          <p:cNvPr id="19" name="Text 17"/>
          <p:cNvSpPr/>
          <p:nvPr/>
        </p:nvSpPr>
        <p:spPr>
          <a:xfrm>
            <a:off x="6748272" y="46360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პროფილი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73952" y="52120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პირადი მონაცემები, პაროლი, თემა და მონაცემების განულება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ᲑᲘᲖᲜᲔᲡ-ᲚᲝᲒᲘᲙᲐ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გაყიდვების მილსადენი (Pipeline)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კლიენტი გადის ეტაპებს პირველი ინტერესიდან გარიგების დახურვამდე. სტატუსი პროექტის ცენტრალური კონსტანტაა.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063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Lead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ახალი, ჯერ დაუკავშირებელი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44952" y="3291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383280" y="27432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E0A526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3063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Contacted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66160" y="37033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მიმდინარე კომუნიკაცია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79592" y="3291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FA97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063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Won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37033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გარიგება წარმატებით დაიხურა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14232" y="3291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9052560" y="27432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E05555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3063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Lost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35440" y="370332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გარიგება ჩაიშალა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ეს 4 სტატუსი ერთდროულად გამოიყენება ფორმებში, ფილტრებში, ბეჯებში და სტატისტიკაში.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ᲡᲢᲠᲣᲥᲢᲣᲠᲐ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5 გვერდი და წვდომის კონტროლი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691640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Login — მთავარი შესასვლელი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784080" y="187452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2B39A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0" y="187452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საჯარო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32888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signup.html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2532888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ახალი ანგარიშის რეგისტრაცია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784080" y="27157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2B39A"/>
          </a:solidFill>
          <a:ln/>
        </p:spPr>
      </p:sp>
      <p:sp>
        <p:nvSpPr>
          <p:cNvPr id="13" name="Text 11"/>
          <p:cNvSpPr/>
          <p:nvPr/>
        </p:nvSpPr>
        <p:spPr>
          <a:xfrm>
            <a:off x="9784080" y="271576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საჯარო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74136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dashboard.html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3374136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ანალიტიკა და სტატისტიკა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84080" y="3557016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784080" y="355701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დაცული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15384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clients.html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31920" y="4215384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კლიენტების ბაზა და CRUD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784080" y="4398264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0" y="439826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დაცული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056632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056632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profile.html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5056632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პირადი მონაცემების მართვა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84080" y="523951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0" y="52395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დაცული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დაცულ გვერდებზე წვდომას აკონტროლებს Auth Guard — სესიის გარეშე გადამისამართება login-ზე.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ᲐᲠᲥᲘᲢᲔᲥᲢᲣᲠᲘᲡ ᲒᲣᲚᲘ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„ოქროს ციკლი" — State-Driven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ნებისმიერი მოქმედება ამ ჯაჭვს გადის. DOM-ს პირდაპირ არ ვცვლით.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3291840" cy="1737360"/>
          </a:xfrm>
          <a:prstGeom prst="roundRect">
            <a:avLst>
              <a:gd name="adj" fmla="val 7368"/>
            </a:avLst>
          </a:prstGeom>
          <a:solidFill>
            <a:srgbClr val="12B39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51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State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0F4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მონაცემი იცვლება მასივში (clients)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0" y="29718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800600" y="2468880"/>
            <a:ext cx="3291840" cy="1737360"/>
          </a:xfrm>
          <a:prstGeom prst="roundRect">
            <a:avLst>
              <a:gd name="adj" fmla="val 7368"/>
            </a:avLst>
          </a:prstGeom>
          <a:solidFill>
            <a:srgbClr val="3B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2651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00600" y="3108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Save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98348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0F4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ინახება localStorage-ში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92440" y="29718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778240" y="2468880"/>
            <a:ext cx="3291840" cy="173736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2651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778240" y="3108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Render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96112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0F4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ეკრანი თავიდან იხატება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57200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FF3E0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70916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7791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რატომ? </a:t>
            </a:r>
            <a:pPr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თუ ციკლს დავარღვევთ და პირდაპირ DOM-ს შევცვლით, გვერდის შემდეგ რენდერზე ან რელოადზე ძველი მონაცემები დაბრუნდება (მონაცემთა აცდენა).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ᲐᲠᲥᲘᲢᲔᲥᲢᲣᲠᲣᲚᲘ ᲞᲠᲘᲜᲪᲘᲞᲔᲑᲘ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რაზე დგას კოდი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Source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Truth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clients მასივი — ერთადერთი ჭეშმარიტების წყარო; DOM მხოლოდ ასახავს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53005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53005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Separation of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Concerns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589581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თითო ფაილი ერთ საქმეს აკეთებს: storage / guard / data / ui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0581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0581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Config-Driven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54238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განმეორებადი წესები ერთ კონსტანტაშია: CLIENT_STATUSES, STORAGE_KEYS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58614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458614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Immutability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495190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ცვლილებისას ახალ ასლს ვქმნით: [newClient, ...clients]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11419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411419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5447995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საერთო ლოგიკა ერთხელ იწერება და ყველა გვერდზე გამოიყენება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ᲛᲣᲓᲛᲘᲕᲘ ᲡᲐᲪᲐᲕᲘ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localStorage რეესტრი — გასაღებები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crm_users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ყველა რეგისტრირებული მომხმარებელი (მასივი)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53005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53005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crm_session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589581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მიმდინარე სესია — ვინ არის შესული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0581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0581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crm_clients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54238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კლიენტების ბაზა — აპლიკაციის მთავარი state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58614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458614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crm_theme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495190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ინტერფეისის თემა: "dark" ან "light"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11419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411419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crm_notifications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crm_reminders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5447995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შეტყობინებები და follow-up შეხსენებები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გასაღებების სახელები ზუსტია — ასე შემფასებელი მარტივად ამოწმებს მონაცემებს.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ᲤᲐᲘᲚᲣᲠᲘ ᲡᲢᲠᲣᲥᲢᲣᲠᲐ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JavaScript მოდულები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storage.js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localStorage-ის დამხმარეები და გასაღებები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4204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94204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ui.js / guard.js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430780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toast, შეცდომები, ვალიდატორები / auth guard, ნავიგაცია, თემა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88208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88208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signup.js / login.js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224784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რეგისტრაციისა და შესვლის ლოგიკა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82212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982212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data.js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018788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კლიენტების ჩატვირთვა, API mapping, სტატისტიკა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76216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776216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clients.js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4812792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კლიენტების გვერდი: CRUD, ფილტრი, მოდალები, import/export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7022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57022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dashboard.js / profile.js / notifications.js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69080" y="560679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დაფა, პროფილი, შეტყობინებები და შეხსენებები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ᲢᲔᲥᲜᲝᲚᲝᲒᲘᲔᲑᲘ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HTML5 / CSS3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სტრუქტურა და სტილი — სუფთა, ფრეიმვორკის გარეშე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4204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94204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JavaScript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430780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მთელი ლოგიკა — React/jQuery-ს გარეშე (PRD მოთხოვნა)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88208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88208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Storage API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224784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localStorage — მონაცემების მუდმივი შენახვა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82212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982212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API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018788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ასინქრონული HTTP მოთხოვნები DummyJSON-თან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76216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776216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SheetJS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4812792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Excel/CSV იმპორტი — მხოლოდ საჭიროებისას იტვირთება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7022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57022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Three.js / Google Fonts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69080" y="560679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ვიზუალური ეფექტები და ტიპოგრაფია (Inter)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ᲨᲔᲓᲔᲒᲔᲑᲘ [CORE]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გაზომვადი ქცევა — P0–P2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 Auth Guard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დაცული გვერდი ლოგინის გარეშე ყოველთვის აბრუნებს login-ზე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4204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94204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 Theme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430780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თემა და ნავიგაცია იდენტურად მუშაობს სამივე დაცულ გვერდზე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88208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88208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Sign Up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224784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6-ვე ვალიდაცია ზუსტი ტექსტებით; crm_users-ში ახალი ობიექტი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82212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982212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Duplicate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018788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დუბლი email-ით მეორედ რეგისტრაცია შეუძლებელია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76216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776216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 Login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4812792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სწორი წყვილი → სესია; არასწორი → „Invalid email or password"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7022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57022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 Session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69080" y="560679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გადატვირთვის შემდეგ სესია ცოცხალია — ხელახლა ლოგინი არ სჭირდება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ᲨᲔᲓᲔᲒᲔᲑᲘ [FULL]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გაზომვადი ქცევა — P3–P5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Dashboard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4 რიცხვი ზუსტია და clients-ზე ცვლილების შემდეგ ახლდება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4204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94204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Recent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430780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საათი ცოცხალია; Recent Clients ზუსტად ბოლო 5-ს აჩვენებს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88208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88208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 Network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224784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Network ტაბში ჩანს GET, POST და DELETE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82212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982212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 Combine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018788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ფილტრი + ძებნა + სორტი ნებისმიერ კომბინაციაში მუშაობს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76216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776216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 Notes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4812792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შენიშვნა თარიღით ემატება; შეხსენება დროულად ამოხტება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7022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57022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 Profile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69080" y="560679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პაროლის შეცვლის შემდეგ ძველით ლოგინი აღარ ხერხდება; Reset → 30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920240" cy="1920240"/>
          </a:xfrm>
          <a:prstGeom prst="roundRect">
            <a:avLst>
              <a:gd name="adj" fmla="val 9524"/>
            </a:avLst>
          </a:prstGeom>
          <a:solidFill>
            <a:srgbClr val="182247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64008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II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ᲜᲐᲬᲘᲚᲘ ᲛᲔᲝᲠᲔ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მონაცემთა მოდელი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8D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რა სტრუქტურით ინახება მომხმარებელი, სესია და კლიენტი, და საიდან მოდის მონაცემი.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A0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10X CRM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ᲛᲝᲜᲐᲪᲔᲛᲗᲐ ᲛᲝᲓᲔᲚᲘ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User — მომხმარებელი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რეგისტრაციისას იქმნება და ინახება crm_users მასივში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id: Date.now() — უნიკალური, მილიწამებში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email ინახება lowercase-ად (დუბლიკატის თავიდან აცილება)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createdAt: ISO ფორმატი — უნივერსალური და სორტირებადი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company შეიძლება იყოს ცარიელი ("")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141C3A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 ობიექტი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1720180200000,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fullName: "Nino Beridze",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"nino@example.com",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"pass1234",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company: "10X Sales",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createdAt: "2026-07-05T10:30:00Z"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ᲛᲝᲜᲐᲪᲔᲛᲗᲐ ᲛᲝᲓᲔᲚᲘ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Session — სესია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ლოგინისას იქმნება, ლოგაუთისას იშლება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ვინახავთ მხოლოდ აუცილებელს — არა მთელ user-ს პაროლით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userId აკავშირებს სესიას მომხმარებელთან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დანარჩენ ინფოს საჭიროებისას userId-ით ამოვიღებთ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ეს არის მინიმალისტური, უსაფრთხო მიდგომა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141C3A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Session ობიექტი (crm_session)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userId: 1720180200000,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"nino@example.com",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loginAt: "2026-07-05T10:31:00Z"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ᲛᲝᲜᲐᲪᲔᲛᲗᲐ ᲛᲝᲓᲔᲚᲘ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Client — კლიენტი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crm_clients მასივის ელემენტი — მთელი UI ამაზე იგება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name = firstName + " " + lastName (API-დან)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status: 4 მნიშვნელობიდან ერთი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dealValue: დადებითი რიცხვი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notes: შენიშვნების მასივი; createdAt: ISO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141C3A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Client ობიექტი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1,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"Emily Johnson",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"emily@x.com",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phone: "+81 965-431-3024",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company: "Dooley and Cronin",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"Lead",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dealValue: 5000,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notes: [],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createdAt: "2026-07-05T...Z"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ᲛᲝᲜᲐᲪᲔᲛᲔᲑᲘᲡ ᲬᲧᲐᲠᲝ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DummyJSON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/users?limit=30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საწყისი 30 კლიენტის ჩატვირთვა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53005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53005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/users/add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589581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ახალი კლიენტის დამატება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0581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0581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/users/{id}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54238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კლიენტის წაშლა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58614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458614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data.users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495190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პასუხში კლიენტების მასივი აქ დევს; კომპანია — company.name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11419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411419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5447995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POST/DELETE-ს სერვერი არ ინახავს — რეალურად localStorage ინახავს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ამიტომ ჩვენ დამატებულ კლიენტზე DELETE-ზე 404 დაბრუნდება — მაინც ვშლით state-დან.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920240" cy="1920240"/>
          </a:xfrm>
          <a:prstGeom prst="roundRect">
            <a:avLst>
              <a:gd name="adj" fmla="val 9524"/>
            </a:avLst>
          </a:prstGeom>
          <a:solidFill>
            <a:srgbClr val="182247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64008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III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ᲜᲐᲬᲘᲚᲘ ᲛᲔᲡᲐᲛᲔ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ფუნქციები ფაილ-ფაილ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8D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ყველა ფუნქცია, რაც პროექტში გამოიყენება — მოკლედ და მარტივად, რას აკეთებს თითოეული.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A0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10X CRM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STORAGE.JS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ძირითადი საცავის ფუნქციები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saveToStorage(k, v)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ობიექტს JSON-ად აქცევს და ინახავს; ჩავარდნაზე false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91206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91206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getFromStorage(k, fb)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827782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კითხულობს და JSON-ს ობიექტად აქცევს; ცარიელზე fallback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82212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82212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removeFromStorage(k)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4018788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შლის ერთ გასაღებს localStorage-იდან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73218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73218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getTheme() / saveTheme()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5209794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თემის წაკითხვა და შენახვა (crm_theme)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STORAGE.JS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მომხმარებელი და სესია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getUsers() / saveUsers()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crm_users მასივის წაკითხვა და შენახვა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4204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94204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ensureDemoUser()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430780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თუ demo ანგარიში არ არსებობს, ამატებს (demo@crm.com)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88208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88208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getSession() / saveSession()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224784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სესიის წაკითხვა და შენახვა (crm_session)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82212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982212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clearSession()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018788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შლის სესიას — ლოგაუთისას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76216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776216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getCurrentUser()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4812792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სესიის userId-ით პოულობს მიმდინარე მომხმარებელს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7022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57022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getClients() / saveClients()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clearClients()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69080" y="560679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კლიენტების მასივის მართვა (crm_clients)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UI.JS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შეტყობინებები და შეცდომები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showToast(msg, type)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მწვანე/წითელი შეტყობინება; ქრება 3 წამში ან X-ით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91206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91206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showError(id, msg)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827782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ველს უჩენს წითელ ჩარჩოს და შეცდომის ტექსტს ქვეშ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82212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82212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clearErrors()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4018788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ყველა ველის შეცდომას შლის (submit-ის დასაწყისში)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73218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73218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clearErrorOnInput(form)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5209794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ჩაწერისას ცოცხლად შლის კონკრეტული ველის შეცდომას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UI.JS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ვალიდატორები და ფორმატირება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isValidEmail(email)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email-ის სტრუქტურას ამოწმებს regex-ით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91206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91206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sanitizePhone(phone)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827782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ტელეფონიდან აშორებს დაუშვებელ სიმბოლოებს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82212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82212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isValidPhone(phone)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4018788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არასავალდებულო; შევსების შემთხვევაში 6–15 ციფრი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73218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73218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formatMoney(value)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5209794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რიცხვს $12,500 ფორმატში აქცევს (toLocaleString)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GUARD.JS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წვდომის კონტროლი (Auth Guard)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requireAuth()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დაცულ გვერდზე: თუ სესია არ არის → index.html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91206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91206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redirectIfAuthenticated()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827782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საჯარო გვერდზე: თუ სესია არის → dashboard.html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82212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82212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initProtectedPage(page)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4018788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თემა + auth შემოწმება + ნავიგაცია ერთად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73218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73218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initPublicPage()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5209794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თემა + უკვე შესულის გადამისამართება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GUARD.JS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ნავიგაცია, თემა, ლოგაუთი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applyTheme() / toggleTheme()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body-ს ადებს თემის კლასს და ინახავს crm_theme-ში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91206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91206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logout()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827782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შლის მხოლოდ სესიას და აბრუნებს index.html-ზე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82212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82212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initNav(page)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4018788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ბმულებზე active კლასი + თემისა და logout-ის ლისენერები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73218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73218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showCurrentUser()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5209794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ჰედერში ავსებს სახელსა და ინიციალებს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GUARD.JS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თემის სისტემა (Dark / Light)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გადამრთველი ცვლის body-ს კლასს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არჩევანი იწერება crm_theme-ში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ყოველ ჩატვირთვაზე აღდგება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CSS ცვლადები რეაგირებენ კლასზე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ასე თემა რჩება რელოადის შემდეგაც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141C3A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applyTheme / toggleTheme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applyTheme(theme)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active = theme || getTheme();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body.classList.toggle(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"theme-dark", active==="dark");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toggleTheme()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next = getTheme()==="dark"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"light" : "dark";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saveTheme(next); applyTheme(next);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SIGNUP.JS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რეგისტრაცია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isValidPassword(pw): ≥8 სიმბოლო, ≥1 ასო, ≥1 ციფრი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submit-ზე: preventDefault → 5 ველის ვალიდაცია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ყველა შეცდომა ერთდროულად ჩანს (isValid flag)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წარმატებაზე: User → crm_users → toast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1.5 წამში setTimeout-ით → index.html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141C3A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signup.js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form.addEventListener("submit", e =&gt;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ვალიდაცია...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users.push(newUser);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saveUsers(users);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showToast("Account created!");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setTimeout(() =&gt;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location.href="index.html", 1500);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LOGIN.JS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შესვლა (Login)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validateLogin(): email და password სავალდებულო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attemptLogin(): find()-ით პოულობს მომხმარებელს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პაროლს ადარებს; ემთხვევა? → სესია იქმნება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შეცდომაზე გენერიკ ტექსტი — უსაფრთხოებისთვის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წარმატებაზე → dashboard.html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141C3A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login.js — ავტორიზაცია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getUsers().find(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 =&gt; u.email === email);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(!user ||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user.password !== password)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"Invalid email or password";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saveSession({ userId: user.id, ... });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DATA.JS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კლიენტების ჩატვირთვა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loadClients()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local-first: თუ crm_clients არსებობს → იქიდან; თუ არა → GET API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91206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91206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mapApiClient(user)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827782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API-ს user-ს გარდაქმნის Client მოდელად (map)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82212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82212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persistClients(list)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4018788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ინახავს; storage სავსეზე შეცდომას ისვრის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73218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73218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reloadClientsFromApi()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5209794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ანულებს და თავიდან ტვირთავს; ჩავარდნაზე rollback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DATA.JS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იდენტიფიკატორები და სტატისტიკა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createLocalClientId()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ქმნის უნიკალურ ლოკალურ id-ს (crypto/random)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4204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94204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ensureUniqueClientIds(list)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430780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ასწორებს დუბლი ან ცარიელ id-ებს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88208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88208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activeDeals(list)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224784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ითვლის კლიენტებს, რომლებიც არც Won არც Lost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82212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982212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wonRevenue(list)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018788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Won კლიენტების dealValue-ების ჯამი (filter + reduce)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76216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776216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newThisWeek(list)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4812792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ბოლო 7 დღეში დამატებული კლიენტები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7022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57022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countByStatus(list)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recentClients(list)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69080" y="560679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სტატუსების დათვლა; ბოლო 5 კლიენტი (sort + slice)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DATA.JS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id vs apiId — რატომ ორი?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API-დან მოსულ კლიენტს აქვს სერვერული id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ლოკალურად დამატებულს — უნიკალური ლოკალური id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apiId ცალკე ინახება DELETE-ისთვის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ensureUniqueClientIds ასწორებს დუბლ id-ებს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ასე ლოკალური და სერვერული ჩანაწერი არ ერევა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141C3A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id vs apiId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newClient =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createLocalClientId(), // ლოკალური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apiId: createdClient.id,   // სერვერული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წაშლისას: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apiId = client.apiId ?? client.id;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fetch(API+"/users/"+apiId,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method:"DELETE" });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CLIENTS.JS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პროდუქტის გული — Clients გვერდი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აქ ხდება მთელი მუშაობა კლიენტებთან. მომდევნო სლაიდები ცალ-ცალკე განიხილავს თითო ნაწილს.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25400" dir="5400000">
              <a:srgbClr val="B8C2D8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97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ჩატვირთვა &amp; რენდერი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loadClients + renderClients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24231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25400" dir="5400000">
              <a:srgbClr val="B8C2D8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2697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ფილტრი/ძებნა/სორტი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53712" y="3291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getVisibleClients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01584" y="24231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25400" dir="5400000">
              <a:srgbClr val="B8C2D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30184" y="2697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დამატება (POST)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30184" y="3291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addClient + validateClient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25400" dir="5400000">
              <a:srgbClr val="B8C2D8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3708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წაშლა (DELETE)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7240" y="4965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deleteClient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25112" y="4096512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25400" dir="5400000">
              <a:srgbClr val="B8C2D8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53712" y="43708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დეტალები &amp; შენიშვნები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53712" y="4965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openDetail + addNote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01584" y="4096512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25400" dir="5400000">
              <a:srgbClr val="B8C2D8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30184" y="43708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Import / Export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330184" y="4965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 &amp; CSV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CLIENTS.JS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getVisibleClients — ფილტრი+ძებნა+სორტი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ერთი ფუნქცია აერთიანებს 3 ოპერაციას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ჯერ სტატუსის ფილტრი, მერე ძებნა, ბოლოს სორტი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საწყისი მასივი არ ზიანდება — [...clients] ასლი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შედეგს renderClients-ს აწვდის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სამივე კომბინირებადია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141C3A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getVisibleClients()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statusFilter==="All"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[...clients]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 clients.filter(c =&gt;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c.status===statusFilter);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(term) result = result.filter(...)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result.sort(...);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CLIENTS.JS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რენდერი — ეკრანზე დახატვა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renderClients(list)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ასუფთავებს კონტეინერს და ციკლით ქმნის ბარათებს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91206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91206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createClientCard(client)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827782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ერთ ბარათს ქმნის: ავატარი, სახელი, ბეჯი, ღილაკები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82212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82212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createStatusBadge(status)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4018788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ფერად ბეჯს ქმნის სტატუსის მიხედვით (lookup)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73218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73218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refreshClients()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5209794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getVisibleClients() → renderClients() — ერთი ხაზი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CLIENTS.JS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addClient — დამატება (POST)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validateClient(): Name, Email, Phone, Deal Value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ვალიდურია? → POST /users/add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response.ok მოწმდება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ახალი კლიენტი state-ის თავში (unshift)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save → render → toast „Client added ✓"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141C3A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addClient()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await fetch(API+"/users/add",{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method:"POST",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headers:{"Content-Type":"application/json"},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JSON.stringify(...)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 = [newClient, ...clients];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persistClients(clients);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refreshClients();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CLIENTS.JS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deleteClient — წაშლა (DELETE)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confirm() დადასტურება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DELETE /users/{id}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404-იც მისაღებია (სერვერი არ იცნობს ლოკალურ კლიენტს)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state-დან filter()-ით ამოღება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save → render → toast „Client deleted"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141C3A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deleteClient()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(!confirm("Delete this client?")) return;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fetch(API+"/users/"+id,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method:"DELETE" });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 = clients.filter(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 =&gt; c.id !== id);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persistClients(clients);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CLIENTS.JS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სტატუსი, დეტალები, შენიშვნები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changeStatus(id, status)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ბარათზე სტატუსს ცვლის state-ში; ჩავარდნაზე rollback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4204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94204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openDetail(id)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430780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ხსნის დეტალების მოდალს: სრული ინფო + შენიშვნები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88208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88208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createDetailRow(label, val)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224784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ერთ სტრიქონს ქმნის დეტალების მოდალში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82212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982212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renderNotes(client, host)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018788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შენიშვნების სიას ხატავს + დამატების ველი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76216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776216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addNote(id, text)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4812792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ცარიელს არ ამატებს; push {text, date} → save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7022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57022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remindLater(id)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69080" y="560679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„Remind me in 1 min" → 60წმ-ში follow-up toast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CLIENTS.JS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მოდალები და ძებნა (Focus Trap)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openModal(modal, trigger)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ხსნის მოდალს და ფოკუსს პირველ ველზე გადააქვს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91206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91206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closeModal(modal)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827782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ხურავს და ფოკუსს აბრუნებს გამომხმობ ღილაკზე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82212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82212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getFocusableElements(modal)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4018788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პოულობს ფოკუსირებად ელემენტებს (Tab-ის ხაფანგისთვის)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73218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73218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searchInput (debounce)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5209794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250მწ ელოდება ბეჭდვის დაპაუზებას, მერე ფილტრავს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CLIENTS.JS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ექსპორტი და იმპორტი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exportClientsCsv()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კლიენტებს CSV ფაილად წერს (UTF-8, Excel-თან თავსებადი)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53005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53005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escapeCsvValue(v)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589581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ბრჭყალებს ეკრანავს; formula-injection-ისგან იცავს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0581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0581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importClientsFile(file)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54238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Excel/CSV კითხულობს (SheetJS, ზომა/რიგები მოწმდება)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58614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458614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importClientRows(rows)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495190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არავალიდურ და დუბლ რიგებს ტოვებს; დანარჩენს ამატებს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11419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411419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normalizeImportRow(row)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5447995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სვეტების სახელებს ასწორებს (aliases)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DASHBOARD.JS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Dashboard — დღის სურათი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renderGreeting()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„Welcome back, {firstName}!" — სახელი სესიიდან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4204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94204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startClock()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430780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ცოცხალი საათი — setInterval ყოველ წამს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88208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88208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renderStats(list)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224784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4 ბარათი: Total, Active, Won Revenue, New This Week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82212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982212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createStatCard(...)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018788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ერთ სტატ-ბარათს ქმნის (label, value, icon)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76216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776216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renderPipeline(list)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4812792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თითო სტატუსზე რამდენი კლიენტია — ზოლებით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7022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57022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renderRecent(list)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69080" y="560679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ბოლო 5 კლიენტი: sort + slice(0,5)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DASHBOARD.JS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4 სტატისტიკის ფორმულა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Total Clients — clients.length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Active Deals — filter (არც Won არც Lost)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Won Revenue — filter + reduce (ჯამი)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New This Week — createdAt ბოლო 7 დღეში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ყველა ითვლება state-დან ყოველ რენდერზე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141C3A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სტატისტიკა state-დან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clients.length;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= clients.filter(c =&gt;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c.status!=="Won" &amp;&amp; c.status!=="Lost");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= clients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.filter(c =&gt; c.status==="Won")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.reduce((s,c)=&gt; s + c.dealValue, 0);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new7 = clients.filter(c =&gt;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(Date.now()-new Date(c.createdAt))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/86400000 &lt;= 7);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PROFILE.JS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Profile — პროფილის მართვა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renderProfile()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აჩვენებს მონაცემებს და ავსებს ფორმას მიმდინარე მნიშვნელობებით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4204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94204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initialsOf(fullName)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430780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სახელიდან ინიციალებს იღებს ავატარისთვის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88208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88208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updateCurrentUser(changes)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224784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crm_users-ში პოულობს და აახლებს მომხმარებელს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82212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982212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saveProfile()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018788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სახელი/კომპანია (≥3 სიმბოლო) → toast „Profile updated ✓"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76216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776216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validatePasswordChange()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4812792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Current სწორია? New ძლიერია და განსხვავებული?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7022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57022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changePassword()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69080" y="560679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პაროლს აახლებს crm_users-ში → ფორმა სუფთავდება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NOTIFICATIONS.JS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შეხსენებები და შეტყობინებები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scheduleReminder(client)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60 წამში follow-up — ინახავს crm_reminders-ში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53005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53005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processDueReminders()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589581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ვადამოსულ შეხსენებებს → შეტყობინება + toast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0581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0581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addNotification(msg)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54238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ახალ შეტყობინებას ამატებს და badge-ს აახლებს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58614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458614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renderNotifications()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495190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შეტყობინებების სიას ხატავს + წაუკითხავის badge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11419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411419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markNotificationRead(id)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markAllNotificationsRead()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5447995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წაკითხულად მონიშვნა — ერთის ან ყველას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0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920240" cy="1920240"/>
          </a:xfrm>
          <a:prstGeom prst="roundRect">
            <a:avLst>
              <a:gd name="adj" fmla="val 9524"/>
            </a:avLst>
          </a:prstGeom>
          <a:solidFill>
            <a:srgbClr val="182247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64008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IV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ᲜᲐᲬᲘᲚᲘ ᲛᲔᲝᲗᲮᲔ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პროექტის გული —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ტერმინები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8D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ის ცნებები, რომლებზეც გამოცდაზე კითხვები დაისმება — მარტივად ახსნილი შენს კოდზე.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A0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10X CRM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ᲡᲐᲑᲐᲖᲘᲡᲝ ᲪᲜᲔᲑᲔᲑᲘ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State და Render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აპლიკაციის მიმდინარე მონაცემები — clients მასივი მეხსიერებაში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91206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91206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827782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state-ის HTML-ად დახატვა — renderClients ასუფთავებს და თავიდან ქმნის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82212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82212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Immutability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4018788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პირდაპირ არ ვცვლით — ახალ ასლს ვქმნით (spread, filter, map)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73218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73218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5209794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localStorage — მონაცემი რჩება რელოადისა და დახურვის შემდეგაც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ᲐᲠᲥᲘᲢᲔᲥᲢᲣᲠᲐ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გამიჯვნა და ორგანიზაცია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Source of Truth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ერთი ავტორიტეტული წყარო — clients; ყველაფერი აქედან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53005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53005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Separation of Concerns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589581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ლოგიკა შრეებად: data / business logic / presentation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0581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0581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Configuration-Driven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54238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წესები კონსტანტებში — STATUS ცვლილება ერთ ადგილას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58614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458614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Delegation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495190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ერთი ლისენერი მშობელზე — closest()-ით პოულობს ბარათს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11419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411419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 Clause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5447995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ადრეული return — if (!card) return; — ნაკლები ჩალაგება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ᲢᲔᲥᲜᲘᲙᲐ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Event Delegation — ერთი ლისენერი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30+ ბარათზე ცალკე ლისენერს არ ვამაგრებთ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ერთი ლისენერი მშობელ კონტეინერზე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bubbling-ით მშობელი იჭერს შვილების კლიკს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closest() პოულობს კონკრეტულ ბარათს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მუშაობს ახლად დამატებულ ბარათებზეც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141C3A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Event Delegation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clientsArea.addEventListener("click", e=&gt;{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card =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e.target.closest(".client-card");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(!card) return;      // guard clause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id = card.dataset.id;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(e.target.dataset.action==="delete")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deleteClient(id);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openDetail(id, card);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ᲐᲡᲘᲜᲥᲠᲝᲜᲣᲚᲝᲑᲐ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fetch, async/await, Promise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fetch აგზავნის მოთხოვნას და აბრუნებს Promise-ს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async/await საშუალებას გვაძლევს დაველოდოთ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ინტერფეისი არ იყინება (non-blocking)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response.ok — true მხოლოდ 200–299-ზე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json() თვითონ ასინქრონულია → await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141C3A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async/await + fetch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loadClients()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fetch(url);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(!res.ok)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Error("Bad response");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data.users.map(mapApiClient);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ᲡᲐᲜᲓᲝᲝᲑᲐ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try/catch და Defensive Programming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რისკიან კოდს ვათავსებთ try-ში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catch იჭერს შეცდომას — აპლიკაცია არ ტყდება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response.ok მოწმდება ხელით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fallback-ები: client.company || "No company"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ჩავარდნაზე — toast და Retry ღილაკი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141C3A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 / catch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37960" y="2148840"/>
            <a:ext cx="49834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loadClients();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refreshClients();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(error)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setClientsAreaMessage(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"Could not load clients.", true);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6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ᲣᲡᲐᲤᲠᲗᲮᲝᲔᲑᲐ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რას ვიცავთ და როგორ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Enumeration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ლოგინზე ყოველთვის ერთი ტექსტი — „Invalid email or password"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91206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91206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XSS დაცვა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827782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user-ის ტექსტს textContent-ით ვსვამთ, არა innerHTML-ით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82212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82212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Hashing (Salt+Hash)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4018788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რეალურ პროდუქტში პაროლი სერვერზე დაჰეშილი ინახება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73218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73218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Plain-text caveat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5209794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აქ პაროლი ღია ტექსტადაა — მხოლოდ სასწავლო მიზნით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PRD-ის კითხვა: „რატომ არის ღია ტექსტად შენახვა რეალურ პროდუქტში მიუღებელი?"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ᲝᲞᲢᲘᲛᲘᲖᲐᲪᲘᲐ ᲓᲐ 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Debounce, Focus Trap, Rollback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Debounce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ძებნა ელოდება ბეჭდვის დაპაუზებას — ნაკლები რენდერი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91206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91206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 Trap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827782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მოდალში Tab ვერ გადის; დახურვაზე ფოკუსი ბრუნდება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82212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82212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Optimistic UI + Rollback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4018788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მყისიერი ცვლილება; შენახვის ჩავარდნაზე უკან დაბრუნება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73218"/>
            <a:ext cx="11091672" cy="1136142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73218"/>
            <a:ext cx="3200400" cy="11361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5209794"/>
            <a:ext cx="7406640" cy="1062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email trim().toLowerCase(); API → map ერთიან ფორმაზე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ᲮᲔᲚᲛᲘᲡᲐᲬᲕᲓᲝᲛᲝᲑᲐ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Accessibility — დეტალები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 Trap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მოდალში Tab ციკლურად რჩება; დახურვაზე ფოკუსი ბრუნდება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53005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53005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Keyboard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589581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ბარათი Enter/Space-ით იხსნება; Escape ხურავს მოდალს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0581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0581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54238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aria-label, aria-hidden, role — ეკრანის წამკითხველისთვის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58614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458614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HTML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495190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button, nav, article — შინაარსობრივი თეგები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11419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411419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Reduced Motion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5447995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ანიმაციები მცირდება მომხმარებლის პრეფერენციით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0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920240" cy="1920240"/>
          </a:xfrm>
          <a:prstGeom prst="roundRect">
            <a:avLst>
              <a:gd name="adj" fmla="val 9524"/>
            </a:avLst>
          </a:prstGeom>
          <a:solidFill>
            <a:srgbClr val="182247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0" y="64008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V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ᲜᲐᲬᲘᲚᲘ ᲛᲔᲮᲣᲗᲔ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ვალიდაცია და დემო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8D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ზუსტი წესები და ტექსტები, რომლებსაც შემფასებელი ამოწმებს, და მომხმარებლის სრული ფლოუ.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A0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10X CRM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ᲕᲐᲚᲘᲓᲐᲪᲘᲐ — ᲖᲣᲡᲢᲘ ᲢᲔᲥᲡᲢᲔᲑᲘ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Sign Up და Login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Name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≥3 სიმბოლო — „Full name must be at least 3 characters"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53005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53005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589581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ვალიდური + უნიკალური — „...valid email" / „...already exists"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0581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0581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54238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≥8, ასო+ციფრი — „...at least 8 characters and contain a letter and a number"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58614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458614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495190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ემთხვევა — „Passwords do not match"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11419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411419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5447995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გენერიკ — „Invalid email or password"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შეცდომები ერთდროულად ჩანს (Error Aggregation) — ვალიდაცია პირველ შეცდომაზე არ წყდება.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ᲕᲐᲚᲘᲓᲐᲪᲘᲐ — ᲖᲣᲡᲢᲘ ᲢᲔᲥᲡᲢᲔᲑᲘ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Add Client და Password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≥3 — „Name must be at least 3 characters"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4204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394204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430780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ვალიდური/უნიკალური — „A client with this email already exists"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88208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88208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224784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არასავალდებულო; მოკლეზე — „Phone number looks too short"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82212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982212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 Value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018788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დადებითი რიცხვი — „Deal value must be a positive number"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76216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776216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Password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4812792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„Current password is incorrect"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570220"/>
            <a:ext cx="11091672" cy="739140"/>
          </a:xfrm>
          <a:prstGeom prst="roundRect">
            <a:avLst>
              <a:gd name="adj" fmla="val 7423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570220"/>
            <a:ext cx="3200400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Password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69080" y="5606796"/>
            <a:ext cx="7406640" cy="66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„New password must be different from the current one"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ᲓᲔᲛᲝ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მომხმარებლის ფლოუ (Happy Path)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9679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2B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967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რეგისტრაცია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0" y="1691640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ახალი მომხმარებელი ქმნის ანგარიშს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5831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6FE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831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478024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შესვლა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2478024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ლოგინდება → სესია იქმნება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6956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2B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695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26440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3264408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ხედავს სტატისტიკას და ბოლო კლიენტებს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50792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559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559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4050792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Clients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4050792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ამატებს, ეძებს, ფილტრავს, ცვლის სტატუსს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837176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9423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2B39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9423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63040" y="483717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Profile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0" y="4837176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ასწორებს მონაცემებს, პაროლს, თემას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72871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7287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463040" y="562356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Logout → ისევ Login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5623560"/>
            <a:ext cx="6126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675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ყველა მონაცემი ადგილზეა</a:t>
            </a:r>
            <a:endParaRPr lang="en-US" sz="13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ᲒᲐᲛᲝᲪᲓᲘᲡᲗᲕᲘᲡ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ხშირი კითხვები — მზა პასუხები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რატომ async/await?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ქსელს ველოდებით ინტერფეისის გაყინვის გარეშე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53005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53005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სად ინახება სესია?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589581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crm_session localStorage-ში; მხოლოდ userId/email/loginAt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0581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0581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რატომ გენერიკ error?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54238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User Enumeration-ის თავიდან აცილება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58614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458614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რატომ 404 DELETE-ზე?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495190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DummyJSON ლოკალურ კლიენტს არ იცნობს — მაინც ვშლით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11419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411419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რატომ ღია პაროლი?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5447995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სასწავლო; რეალურში სერვერზე დაჰეშილი (bcrypt)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ᲘᲜᲒᲚᲘᲡᲣᲠᲘ ᲜᲐᲬᲘᲚᲘ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1-Minute App Description (EN)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63500" dist="25400" dir="5400000">
              <a:srgbClr val="B8C2D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2B39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874520"/>
            <a:ext cx="274320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What it does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023360" y="1874520"/>
            <a:ext cx="740664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"10X CRM is a client relationship manager for sales teams. It handles registration and login, manages a client database, and shows analytics on a dashboard."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980944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B6FE0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907792"/>
            <a:ext cx="274320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Technologies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023360" y="2907792"/>
            <a:ext cx="740664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"It is built with vanilla JavaScript, the Fetch API, and localStorage — no frameworks. Client data comes from the DummyJSON REST API."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01421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2B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941064"/>
            <a:ext cx="274320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Architecture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023360" y="3941064"/>
            <a:ext cx="740664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"The clients array is the single source of truth. On every action the state changes, is saved, and the screen re-renders."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504748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B6FE0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974336"/>
            <a:ext cx="274320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Hardest part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023360" y="4974336"/>
            <a:ext cx="740664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"The hardest part was keeping local and API client IDs consistent, so that delete always targets the correct record."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ᲩᲐᲑᲐᲠᲔᲑᲐ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Git, კომიტები და დეპლოი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25+ commit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69080" y="163677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ეტაპობრივი, შინაარსიანი კომიტები — არა ერთი „final commit"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53005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53005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რეპო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589581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საჯარო რეპოზიტორია სრული ისტორიით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05810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05810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69080" y="3542386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Vercel ან Netlify — ლაივ ბმული README-ში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58614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458614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 (EN)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69080" y="4495190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About, Features, Tech Stack, How to Run, Test Account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11419"/>
            <a:ext cx="11091672" cy="897941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50800" dist="12700" dir="5400000">
              <a:srgbClr val="B8C2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5411419"/>
            <a:ext cx="3200400" cy="8979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ai-log.md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5447995"/>
            <a:ext cx="74066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AI-ს გამოყენების ჟურნალი — 5+ ჩანაწერი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0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მადლობა!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8580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10X CRM — Vanilla JavaScript პროექტი backend-ის გარეშე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420624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82247"/>
          </a:solidFill>
          <a:ln w="12700">
            <a:solidFill>
              <a:srgbClr val="12B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206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State-Driven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32888" y="420624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82247"/>
          </a:solidFill>
          <a:ln w="12700">
            <a:solidFill>
              <a:srgbClr val="12B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32888" y="4206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localStorage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9976" y="420624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82247"/>
          </a:solidFill>
          <a:ln w="12700">
            <a:solidFill>
              <a:srgbClr val="12B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9976" y="4206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Fetch API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27064" y="420624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82247"/>
          </a:solidFill>
          <a:ln w="12700">
            <a:solidFill>
              <a:srgbClr val="12B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7064" y="4206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CRUD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74152" y="420624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82247"/>
          </a:solidFill>
          <a:ln w="12700">
            <a:solidFill>
              <a:srgbClr val="12B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74152" y="4206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Auth Guard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921240" y="420624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82247"/>
          </a:solidFill>
          <a:ln w="12700">
            <a:solidFill>
              <a:srgbClr val="12B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21240" y="42062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B39A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Accessibility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5669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EB8D4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კითხვები?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2026-07-24T23:10:22Z</dcterms:created>
  <dcterms:modified xsi:type="dcterms:W3CDTF">2026-07-24T23:10:22Z</dcterms:modified>
</cp:coreProperties>
</file>